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</p:sldIdLst>
  <p:sldSz cx="31319788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 snapToObjects="1">
      <p:cViewPr>
        <p:scale>
          <a:sx n="52" d="100"/>
          <a:sy n="52" d="100"/>
        </p:scale>
        <p:origin x="-280" y="1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Macintosh PowerPoint</Application>
  <PresentationFormat>自定义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chen zac</cp:lastModifiedBy>
  <cp:revision>2</cp:revision>
  <dcterms:created xsi:type="dcterms:W3CDTF">2013-01-27T09:14:16Z</dcterms:created>
  <dcterms:modified xsi:type="dcterms:W3CDTF">2026-04-08T13:51:02Z</dcterms:modified>
  <cp:category/>
</cp:coreProperties>
</file>